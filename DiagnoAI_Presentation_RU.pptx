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Федеральное государственное бюджетное образовательное учреждение высшего образования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«Волгоградский государственный технический университет»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Кафедра «Программное обеспечение автоматизированных систем»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Разработка веб-приложения для оценки риска рака поджелудочной железы с применением методов машинного обучения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Исполнитель: студент группы ПрИн-466  Абдалбаки Ахмед М.Х.М.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руководитель: ст.пр., Донская А.Р.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консультант: к.т.н., Зубков А.В.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Волгоград,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Актуальность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 точки зрения программной инженерии разработка системы обусловлена следующими проблемами: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отсутствие открытых веб-решений, объединяющих ML-классификацию, SHAP-интерпретацию и REST API в едином исследовательском приложении оценки риска;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нетривиальность задачи развёртывания обученных ML-моделей через HTTP API с сохранением предсказательной точности в production-среде;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980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недостаток интерпретируемых UI для медицинских ML-систем с SHAP-визуализациями на уровне отдельного пациента в режиме реального времени;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потребность в программной интеграции LLM-сервисов для автоматической генерации структурированных клинических комментариев к результатам предсказания.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Цели и задачи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Целью разработки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является создание веб-приложения для оценки риска рака поджелудочной железы на основе лабораторных данных пациента с использованием методов машинного обучения.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достижения поставленной цели были выделены следующие задачи: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клиент-серверную архитектуру веб-приложения оценки риска;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865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реализовать ML-пайплайн на основе алгоритма Random Forest Classifier с SHAP-анализом;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разработать REST API на Flask с документацией OpenAPI 3.0;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729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создать интерактивный пользовательский интерфейс на базе React + Vite + Tailwind CSS;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интегрировать LLM-сервис для генерации AI-комментариев к результатам оценки риска;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9593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— 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тестирование и оценку качества разработанного программного продукта.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 и объект исследования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Объектом исследования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является процесс автоматизированной оценки риска рака поджелудочной железы на основе рутинных клинических лабораторных показателей пациента.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Предметом исследования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являются методы машинного обучения и алгоритмы интерпретируемого искусственного интеллекта для построения диагностического веб-приложения с объяснимыми предсказаниями.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значимость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работы заключается в предоставлении медицинским специалистам инструмента, позволяющего сократить время анализа лабораторных данных до 30 секунд и получать интерпретируемые SHAP-объяснения, AI-комментарии и структурированные PDF-отчёты для каждого пациента.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Формализация задачи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Задача сводится к бинарной классификации по 18 показателям ОАК/СОЭ.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Дано: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вектор признаков X = (x₁, x₂, …, x₁₈), где xᵢ — значение i-го лабораторного параметра.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Найти: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функцию f : ℝ¹⁸ → {0, 1}, оценивающую принадлежность записи к классу повышенного риска: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2677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ŷ = f(X) = 1, если P(y=1|X) ≥ 0,3; ŷ = 0 в противном случае,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где y — метка класса (0 — отрицательный класс, 1 — повышенный риск в рамках набора данных).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Модель: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Classifier, обученный на очищенном наборе из 1 203 записей; метрики сохранены в JSON-артефакте.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38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Набор признаков: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WBC, RBC, PLT, HGB, HCT, MPV, PDW, NEUT#, NEUT%, LYMPH#, LYMPH%, MONO#, MONO%, EOS#, EOS%, BASO#, BASO%, ???.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Существующие аналоги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17320"/>
                <a:gridCol w="1417320"/>
                <a:gridCol w="1234440"/>
                <a:gridCol w="2331720"/>
              </a:tblGrid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Критерий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PancreasFIT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HF ML Hub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Kaggle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DiagnoAI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(разработка)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Веб-интерфейс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Ограниченный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REST API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Закрытый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 (OpenAPI)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SHAP-интерпретация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Вручную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 (авто)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AI-комментарии (LLM)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 (Groq)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PDF-отчёт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 (авто)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Открытый исходный код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Частично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 (GitHub)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Docker / деплой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системы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3383280"/>
          </a:xfrm>
          <a:prstGeom prst="rect">
            <a:avLst/>
          </a:prstGeom>
          <a:solidFill>
            <a:srgbClr val="F2F4F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850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059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00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Страницы: Home, About,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Features, Risk Assessment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6664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940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типа SHAP-графиков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1071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381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Скачивание PDF-отчётов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478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822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Мультиязычный UI (RU/EN)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804672"/>
            <a:ext cx="2743200" cy="3657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/ REST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743200" cy="3383280"/>
          </a:xfrm>
          <a:prstGeom prst="rect">
            <a:avLst/>
          </a:prstGeom>
          <a:solidFill>
            <a:srgbClr val="F2F4F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234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26187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3.1 + Python 3.11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850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059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/api/predict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3225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500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/api/commentary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86664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8940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41071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381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 /api/health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95478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822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OpenAPI 3.0 документация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804672"/>
            <a:ext cx="2743200" cy="3657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170432"/>
            <a:ext cx="2743200" cy="3383280"/>
          </a:xfrm>
          <a:prstGeom prst="rect">
            <a:avLst/>
          </a:prstGeom>
          <a:solidFill>
            <a:srgbClr val="F2F4F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234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26187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177850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8059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sklearn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23225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3500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TreeExplainer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286664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8940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Предобработка данных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341071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4381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LLM (комментарии)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395478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9822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WeasyPrint (PDF)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2834640"/>
            <a:ext cx="2286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0" y="26060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/ fn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89320" y="2834640"/>
            <a:ext cx="2286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26060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/ fn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вариантов использования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20240" y="804672"/>
            <a:ext cx="6949440" cy="4206240"/>
          </a:xfrm>
          <a:prstGeom prst="rect">
            <a:avLst/>
          </a:prstGeom>
          <a:solidFill>
            <a:srgbClr val="F2F4F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822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DiagnoAI Pancreas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14300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Ввод лаб.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данных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114300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Получение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предсказания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92024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SHAP-графиков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92024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AI-комментарий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269748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Генерация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PDF-отчёта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697480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Мониторинг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3493008"/>
            <a:ext cx="20116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493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 метрик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6459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01168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148840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468880"/>
            <a:ext cx="18288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468880"/>
            <a:ext cx="18288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743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Врач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Пациент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2194560"/>
            <a:ext cx="16002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260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29184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29000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749040"/>
            <a:ext cx="18288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49040"/>
            <a:ext cx="18288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0233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нистратор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" y="3474720"/>
            <a:ext cx="16002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Состояние разработки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Компонент системы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Статус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Готовность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ML-модель (Random Forest + SHAP)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 REST API (Flask)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 интерфейс (React + Tailwind)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SHAP-визуализации (4 типа)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AI-комментарии (Groq LLM)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Генерация PDF-отчётов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Завершено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Docker / развёртывание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 процессе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Тестирование (unit + интеграционное)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527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 процессе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Краткие выводы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1. 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Разработана клиент-серверная архитектура исследовательского прототипа DiagnoAI Pancreas с разделением на Frontend, Backend API и ML Core.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8191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2. 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Реализован ML-пайплайн Random Forest Classifier с воспроизводимыми метриками из JSON-артефакта и SHAP-интерпретируемостью.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942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3. 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Создан REST API (Flask, OpenAPI 3.0) с 6 эндпоинтами; реализована генерация PDF-отчётов и AI-комментариев через LLM (Groq).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1693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4. 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Разработан многостраничный UI на React с поддержкой 4 типов SHAP-визуализаций и мультиязычным интерфейсом (RU/EN).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5. 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объединяет SHAP-интерпретируемость, открытый API, AI-комментарии и автоматические отчёты в одном исследовательском прототипе.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solidFill>
            <a:srgbClr val="F2F4F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Готовность программного продукта: ~92%     |     Готовность документации: ~85%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СПАСИБО ЗА ВНИМАНИЕ!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Пожалуйста, задавайте Ваши вопросы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2026-03-16T12:14:33Z</dcterms:created>
  <dcterms:modified xsi:type="dcterms:W3CDTF">2026-03-16T12:14:33Z</dcterms:modified>
</cp:coreProperties>
</file>